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Yesterday at 20:34, we deployed fn-connect.</a:t>
            </a:r>
          </a:p>
          <a:p>
            <a:r>
              <a:t>By 20:36, errors were spiking.</a:t>
            </a:r>
          </a:p>
          <a:p>
            <a:r>
              <a:t>By 21:00, error volume had tripled and was still climbing.</a:t>
            </a:r>
          </a:p>
          <a:p>
            <a:r>
              <a:t>One engineer spent 88 minutes figuring out what happened.</a:t>
            </a:r>
          </a:p>
          <a:p>
            <a:r>
              <a:t>Today we're going to show you how to do it in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 an incident looks like from the outside.</a:t>
            </a:r>
          </a:p>
          <a:p/>
          <a:p>
            <a:r>
              <a:t>A deploy fires. Logs start throwing 500s and timeouts. Teams starts buzzing — error rate spikes, latency up, payment timeouts, customers reporting failures.</a:t>
            </a:r>
          </a:p>
          <a:p/>
          <a:p>
            <a:r>
              <a:t>Four streams of information. All at once. All in different tools.</a:t>
            </a:r>
          </a:p>
          <a:p/>
          <a:p>
            <a:r>
              <a:t>An engineer has to open all four, read them, correlate the timestamps by hand, form a hypothesis, confirm it with the team.</a:t>
            </a:r>
          </a:p>
          <a:p/>
          <a:p>
            <a:r>
              <a:t>That's the 88 minutes at the bottom of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each quadrant as you speak.</a:t>
            </a:r>
          </a:p>
          <a:p/>
          <a:p>
            <a:r>
              <a:t>Top-left: Loki logs — 12 new errors, all red, payment API timeouts, 500s, database failures.</a:t>
            </a:r>
          </a:p>
          <a:p>
            <a:r>
              <a:t>Top-right: Grafana — error rate climbing to 24.8%, clearly correlates with the deploy.</a:t>
            </a:r>
          </a:p>
          <a:p>
            <a:r>
              <a:t>Bottom-left: Teams #prod-alerts — 17 messages, customers reporting failures, P1 declared.</a:t>
            </a:r>
          </a:p>
          <a:p>
            <a:r>
              <a:t>Bottom-right: GitLab diff — the exact commit that just merged. That's four tabs.</a:t>
            </a:r>
          </a:p>
          <a:p/>
          <a:p>
            <a:r>
              <a:t>Centre: one engineer. 88 minutes on the clock.</a:t>
            </a:r>
          </a:p>
          <a:p/>
          <a:p>
            <a:r>
              <a:t>This is the problem. The data was always there. The bottleneck is connecting it by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top to bottom.</a:t>
            </a:r>
          </a:p>
          <a:p/>
          <a:p>
            <a:r>
              <a:t>Top row: four sources — Logs (application, system, service), Metrics (time series, SLIs), Teams (alerts, threads, customer context), Diff (deploy diffs, config, infra).</a:t>
            </a:r>
          </a:p>
          <a:p/>
          <a:p>
            <a:r>
              <a:t>All four converge into GPT-4o — not searched in isolation, correlated simultaneously.</a:t>
            </a:r>
          </a:p>
          <a:p/>
          <a:p>
            <a:r>
              <a:t>Bottom row: four outputs — Root Cause with exact file and line, Timeline of every event, Insights into why it happened, Actions with URGENT/WATCH/TODO priority.</a:t>
            </a:r>
          </a:p>
          <a:p/>
          <a:p>
            <a:r>
              <a:t>Notice the Root Cause card already shows EntityIdMappingUtil.java:590 — that's the real answer from the real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left to right.</a:t>
            </a:r>
          </a:p>
          <a:p/>
          <a:p>
            <a:r>
              <a:t>Logs come in — raw, noisy, hundreds of lines. Deploy marker pins the version that changed. AI Agent correlates all sources simultaneously, builds a causal chain. Post-mortem comes out structured — root cause, timeline, actions.</a:t>
            </a:r>
          </a:p>
          <a:p/>
          <a:p>
            <a:r>
              <a:t>The data was always available. The bottleneck was the human connecting it. This removes that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what the tool looks like when it works.</a:t>
            </a:r>
          </a:p>
          <a:p/>
          <a:p>
            <a:r>
              <a:t>Left panel — the four data sources loaded and ready.</a:t>
            </a:r>
          </a:p>
          <a:p>
            <a:r>
              <a:t>Middle panel — eight reasoning steps, all checked off. Each one is a real inference step.</a:t>
            </a:r>
          </a:p>
          <a:p>
            <a:r>
              <a:t>Right panel — root cause, HIGH confidence, EntityIdMappingUtil.java:590.</a:t>
            </a:r>
          </a:p>
          <a:p/>
          <a:p>
            <a:r>
              <a:t>The same answer the engineer found in 88 minutes.</a:t>
            </a:r>
          </a:p>
          <a:p>
            <a:r>
              <a:t>The AI found it in 4.</a:t>
            </a:r>
          </a:p>
          <a:p/>
          <a:p>
            <a:r>
              <a:t>[Switch to live browser demo now]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answer. 22 times faster.</a:t>
            </a:r>
          </a:p>
          <a:p/>
          <a:p>
            <a:r>
              <a:t>Left side — Before, 88 minutes: four overlapping log files, question marks everywhere. Which service? Where did it start? What does this mean? Manual search, context switching, guesswork.</a:t>
            </a:r>
          </a:p>
          <a:p/>
          <a:p>
            <a:r>
              <a:t>Right side — After, 4 minutes: structured post-mortem, ROOT CAUSE HIGH CONFIDENCE, EntityIdMappingUtil.java:590. Causal chain: Deploy → Wrong record → Entity ID=0 → XCRM rejects → Fix deployed. Actions: Rollback to v1.24.6, Fix deployed in v1.24.8.</a:t>
            </a:r>
          </a:p>
          <a:p/>
          <a:p>
            <a:r>
              <a:t>Same incident. Same root cause. Same fix. The only difference is 84 minutes.</a:t>
            </a:r>
          </a:p>
          <a:p/>
          <a:p>
            <a:r>
              <a:t>[Pause on the 22× badge in the centre. Let it land.]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numbers. Let them land before you speak.</a:t>
            </a:r>
          </a:p>
          <a:p/>
          <a:p>
            <a:r>
              <a:t>88 minutes — that's the manual root cause time on this real incident.</a:t>
            </a:r>
          </a:p>
          <a:p>
            <a:r>
              <a:t>~4 minutes — that's AI Reckoning on the same incident.</a:t>
            </a:r>
          </a:p>
          <a:p>
            <a:r>
              <a:t>2.7× — the error rate kept climbing the entire time the investigation was running.</a:t>
            </a:r>
          </a:p>
          <a:p>
            <a:r>
              <a:t>14 minutes — the gap between deploy and first alert. Silent failure window.</a:t>
            </a:r>
          </a:p>
          <a:p/>
          <a:p>
            <a:r>
              <a:t>Then the three bullets below:</a:t>
            </a:r>
          </a:p>
          <a:p>
            <a:r>
              <a:t>Faster MTTR — you spend time fixing, not finding.</a:t>
            </a:r>
          </a:p>
          <a:p>
            <a:r>
              <a:t>Instant documentation — the report exists the moment the root cause is identified.</a:t>
            </a:r>
          </a:p>
          <a:p>
            <a:r>
              <a:t>Faster onboarding — new engineers get AI context the first time they face production.</a:t>
            </a:r>
          </a:p>
          <a:p/>
          <a:p>
            <a:r>
              <a:t>This is what AI assistance looks like in a real engineering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incident like this costs engineering time, customer trust, and sleep.</a:t>
            </a:r>
          </a:p>
          <a:p>
            <a:r>
              <a:t>The investigation itself doesn't have to.</a:t>
            </a:r>
          </a:p>
          <a:p/>
          <a:p>
            <a:r>
              <a:t>AI Reckoning turns 88 minutes of manual correlation into a 4-minute report.</a:t>
            </a:r>
          </a:p>
          <a:p>
            <a:r>
              <a:t>The engineer still makes the decision. The AI does the detective work.</a:t>
            </a:r>
          </a:p>
          <a:p/>
          <a:p>
            <a:r>
              <a:t>This ran on a real production incident. It'll run on the next one too.</a:t>
            </a:r>
          </a:p>
          <a:p/>
          <a:p>
            <a:r>
              <a:t>[Pause. Let the 88 min → ~4 min badge land. Then open for questions.]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585"/>
                </a:solidFill>
                <a:latin typeface="Helvetica Neue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od_incident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585"/>
                </a:solidFill>
                <a:latin typeface="Helvetica Neue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oblem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585"/>
                </a:solidFill>
                <a:latin typeface="Helvetica Neue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at_we_built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585"/>
                </a:solidFill>
                <a:latin typeface="Helvetica Neue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rocess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585"/>
                </a:solidFill>
                <a:latin typeface="Helvetica Neue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lution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585"/>
                </a:solidFill>
                <a:latin typeface="Helvetica Neue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nswer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585"/>
                </a:solidFill>
                <a:latin typeface="Helvetica Neue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pact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585"/>
                </a:solidFill>
                <a:latin typeface="Helvetica Neue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osing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585"/>
                </a:solidFill>
                <a:latin typeface="Helvetica Neue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